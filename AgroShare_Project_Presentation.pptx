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37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solidFill>
                  <a:srgbClr val="111827"/>
                </a:solidFill>
                <a:latin typeface="Calibri"/>
              </a:rPr>
              <a:t>AgroShare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dirty="0">
                <a:solidFill>
                  <a:srgbClr val="1F2937"/>
                </a:solidFill>
                <a:latin typeface="Calibri"/>
              </a:rPr>
              <a:t>Peer-to-Peer Farmer Resource Pooling Platform</a:t>
            </a:r>
          </a:p>
          <a:p>
            <a:r>
              <a:rPr sz="2200" dirty="0">
                <a:solidFill>
                  <a:srgbClr val="1F2937"/>
                </a:solidFill>
                <a:latin typeface="Calibri"/>
              </a:rPr>
              <a:t>Project Presentation</a:t>
            </a:r>
          </a:p>
          <a:p>
            <a:r>
              <a:rPr sz="2200" dirty="0">
                <a:solidFill>
                  <a:srgbClr val="1F2937"/>
                </a:solidFill>
                <a:latin typeface="Calibri"/>
              </a:rPr>
              <a:t>Presenter:</a:t>
            </a:r>
            <a:r>
              <a:rPr lang="en-US" sz="2200" dirty="0">
                <a:solidFill>
                  <a:srgbClr val="1F2937"/>
                </a:solidFill>
                <a:latin typeface="Calibri"/>
              </a:rPr>
              <a:t> Vasanth V Shetty</a:t>
            </a:r>
            <a:endParaRPr sz="2200" dirty="0">
              <a:solidFill>
                <a:srgbClr val="1F2937"/>
              </a:solidFill>
              <a:latin typeface="Calibri"/>
            </a:endParaRPr>
          </a:p>
          <a:p>
            <a:endParaRPr sz="2200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Agriculture is highly dependent on timely access to equipment and inputs.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Small and medium farmers often face cost barriers.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AgroShare introduces a collaborative model to solve this gap.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Farm machinery is expensive for individual ownership.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Available equipment often remains underutilized.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Local farmers lack structured platforms for sharing and pooling resources.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Enable affordable access to agricultural equipment.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Promote resource sharing among nearby farmers.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Support group-based purchasing through pooling campaigns.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Build trust and transparency in transactions.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Concept of AgroShare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 digital bridge between equipment owners and renters.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Farmers can list, browse, and request resources.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Community campaigns allow collective contribution.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Focus on practical and inclusive rural collaboration.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Core Modules (Theoretical 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User Profiles: identity, location, and trust visibility.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Equipment Module: listing and discovery of assets.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Booking Module: request and coordination flow.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Pooling Module: collective purchasing model.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Feedback Module: reviews and credibility building.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Technologies Used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Web-based architecture for easy accessibility.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Backend logic for workflows and validations.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Database support for users, resources, and activities.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Responsive interface for desktop and mobile use.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Security practices for safe platform interaction.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Reduces equipment ownership burden.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Increases utilization of existing machinery.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Encourages cooperative behavior in farming communities.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Improves operational efficiency during critical seasons.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Supports scalable rural digital transformation.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Adoption depends on user awareness and trust.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Internet and smartphone access may vary by region.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Dispute handling requires clear governance.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Logistics and availability coordination can be challenging.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Regional language support for wider adoption.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Integration with digital payment ecosystems.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Recommendation features for smarter matching.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Expansion to broader agri-services and advisory support.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Partnership opportunities with institutions and cooperatives.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Economic: lower costs and better asset returns.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Social: stronger community collaboration.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Operational: improved planning and reduced idle resources.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Strategic: foundation for an organized rural resource network.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111827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AgroShare addresses real agricultural resource challenges.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It combines sharing economy principles with community pooling.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The concept is practical, meaningful, and scalable.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1F2937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28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395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AgroShare</vt:lpstr>
      <vt:lpstr>Introduction</vt:lpstr>
      <vt:lpstr>Problem Statement</vt:lpstr>
      <vt:lpstr>Project Objectives</vt:lpstr>
      <vt:lpstr>Concept of AgroShare</vt:lpstr>
      <vt:lpstr>Core Modules (Theoretical View)</vt:lpstr>
      <vt:lpstr>Technologies Used (High-Level)</vt:lpstr>
      <vt:lpstr>Advantages</vt:lpstr>
      <vt:lpstr>Limitations</vt:lpstr>
      <vt:lpstr>Future Scope</vt:lpstr>
      <vt:lpstr>Expected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Vasanth Bro</cp:lastModifiedBy>
  <cp:revision>3</cp:revision>
  <dcterms:created xsi:type="dcterms:W3CDTF">2013-01-27T09:14:16Z</dcterms:created>
  <dcterms:modified xsi:type="dcterms:W3CDTF">2026-05-07T18:51:06Z</dcterms:modified>
  <cp:category/>
</cp:coreProperties>
</file>